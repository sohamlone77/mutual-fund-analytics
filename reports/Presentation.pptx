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38BDF8"/>
                </a:solidFill>
              </a:rPr>
              <a:t>BLUESTOCK FINTECH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0116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Mutual Fund Analytics
Capstone Project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4023360"/>
            <a:ext cx="11274552" cy="0"/>
          </a:xfrm>
          <a:prstGeom prst="line">
            <a:avLst/>
          </a:prstGeom>
          <a:ln w="1905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4297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4A3B8"/>
                </a:solidFill>
              </a:rPr>
              <a:t>Soham Lone  |  July 2026  |  D7 – Final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</a:rPr>
              <a:t>Project Overview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11274552" cy="0"/>
          </a:xfrm>
          <a:prstGeom prst="line">
            <a:avLst/>
          </a:prstGeom>
          <a:ln w="1905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18872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34155"/>
                </a:solidFill>
              </a:rPr>
              <a:t>Dataset: 6 Mutual Fund Schemes, 19,899 daily NAV records, 4,224 investor transactions, 250 investors
D1 ETL Pipeline: scripts/etl_pipeline.py  —  Fully automated, path-safe, error-handled
D2 SQLite Star Schema: dim_fund, dim_date, fact_nav, fact_transactions, fact_performance, fact_aum
D3 EDA: 15+ charts covering NAV trends, AUM, SIP inflows, demographics, sector allocation
D4 Performance: CAGR (1/3/5yr), Sharpe, Sortino, Alpha/Beta, Max Drawdown, Fund Scorecard
D6 Advanced Analytics: VaR/CVaR, Rolling Sharpe, Investor Cohorts, SIP Continuity, Recommender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</a:rPr>
              <a:t>Fund Performance Scorecard  (D4)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11274552" cy="0"/>
          </a:xfrm>
          <a:prstGeom prst="line">
            <a:avLst/>
          </a:prstGeom>
          <a:ln w="1905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fund_scorecard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7772400" cy="5303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21040" y="1828800"/>
            <a:ext cx="3657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</a:rPr>
              <a:t>SBI Small Cap — highest Sharpe (1.04) &amp; 5yr CAGR (+16.07%)
Aditya Birla PSU Debt — underperforms; negative 5yr CAGR (-7.08%)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</a:rPr>
              <a:t>Risk-Adjusted Ratios: Sharpe vs Sortino  (D4)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11274552" cy="0"/>
          </a:xfrm>
          <a:prstGeom prst="line">
            <a:avLst/>
          </a:prstGeom>
          <a:ln w="1905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sharpe_vs_sorti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88720"/>
            <a:ext cx="91440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</a:rPr>
              <a:t>Tail Risk: 95% VaR &amp; CVaR  (D6)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11274552" cy="0"/>
          </a:xfrm>
          <a:prstGeom prst="line">
            <a:avLst/>
          </a:prstGeom>
          <a:ln w="1905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rolling_sharpe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143000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217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</a:rPr>
              <a:t>Nippon India Large Cap: highest daily tail risk  VaR -1.67%  CVaR -2.39%
HDFC Money Market: near-zero risk  VaR -0.008%  CVaR -0.021%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</a:rPr>
              <a:t>Bonus B3: Monte Carlo 5-Year NAV Projection  (SBI Small Cap)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11274552" cy="0"/>
          </a:xfrm>
          <a:prstGeom prst="line">
            <a:avLst/>
          </a:prstGeom>
          <a:ln w="1905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monte_carlo_simu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124712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</a:rPr>
              <a:t>Bonus B4: Markowitz Efficient Frontier  (5 Funds)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11274552" cy="0"/>
          </a:xfrm>
          <a:prstGeom prst="line">
            <a:avLst/>
          </a:prstGeom>
          <a:ln w="1905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efficient_fronti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124712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31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38BDF8"/>
                </a:solidFill>
              </a:rPr>
              <a:t>Key Takeaways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554480"/>
            <a:ext cx="11274552" cy="0"/>
          </a:xfrm>
          <a:prstGeom prst="line">
            <a:avLst/>
          </a:prstGeom>
          <a:ln w="1905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8288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1.  SBI Small Cap Fund dominates on risk-adjusted basis — Sharpe 1.04, 5yr CAGR +16.07%
2.  Nippon India Large Cap has the highest daily tail risk — 95% VaR -1.67%, CVaR -2.39%
3.  100% of SIP investors flagged as at-risk — average gap between transactions exceeds 35 days
4.  Efficient Frontier: MSR portfolio assigns 83% weight to SBI Small Cap for optimal Sharpe
5.  HDFC Money Market is the safest instrument — near-zero VaR, minimal volatility (0.54% ann.)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